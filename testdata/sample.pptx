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642" autoAdjust="0"/>
  </p:normalViewPr>
  <p:slideViewPr>
    <p:cSldViewPr snapToGrid="0">
      <p:cViewPr varScale="1">
        <p:scale>
          <a:sx n="44" d="100"/>
          <a:sy n="44" d="100"/>
        </p:scale>
        <p:origin x="9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EE768-D7E8-4D4D-A13D-710D963D7A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41551-5C1E-4ACA-B710-147257D871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我爱你，中国！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41551-5C1E-4ACA-B710-147257D87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</a:t>
            </a:r>
            <a:r>
              <a:rPr lang="zh-CN" altLang="en-US" dirty="0"/>
              <a:t>，信创大赛！！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41551-5C1E-4ACA-B710-147257D87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明天</a:t>
            </a:r>
            <a:r>
              <a:rPr lang="zh-CN" altLang="en-US"/>
              <a:t>会更好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41551-5C1E-4ACA-B710-147257D87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23D64-D2F0-49A9-9977-84E1424A84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B22E1-CAC8-4BEB-96F3-B5A12D4819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18609" y="1652156"/>
            <a:ext cx="48005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何庄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06139" y="1251470"/>
            <a:ext cx="197427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秋雨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70464" y="1080655"/>
            <a:ext cx="18184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何庄</a:t>
            </a:r>
            <a:r>
              <a:rPr lang="en-US" altLang="zh-CN" dirty="0"/>
              <a:t>1213</a:t>
            </a:r>
            <a:r>
              <a:rPr lang="en-US" altLang="zh-CN" dirty="0"/>
              <a:t>asdf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演示</Application>
  <PresentationFormat>宽屏</PresentationFormat>
  <Paragraphs>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Green</dc:creator>
  <cp:lastModifiedBy>廖伟杰</cp:lastModifiedBy>
  <cp:revision>38</cp:revision>
  <dcterms:created xsi:type="dcterms:W3CDTF">2024-08-27T15:20:00Z</dcterms:created>
  <dcterms:modified xsi:type="dcterms:W3CDTF">2026-09-06T06:59:57Z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C784B701D9384311B5ECB56E6E25DCAB_12</vt:lpwstr>
  </property>
  <property fmtid="{D5CDD505-2E9C-101B-9397-08002B2CF9AE}" pid="3" name="KSOProductBuildVer">
    <vt:lpwstr>2052-12.1.0.28505</vt:lpwstr>
  </property>
</Properties>
</file>